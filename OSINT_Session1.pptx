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91440"/>
          </a:xfrm>
          <a:prstGeom prst="rect">
            <a:avLst/>
          </a:prstGeom>
          <a:solidFill>
            <a:srgbClr val="5AB0FF">
              <a:alpha val="40000"/>
            </a:srgbClr>
          </a:solidFill>
          <a:ln w="12700">
            <a:solidFill>
              <a:srgbClr val="5AB0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CTFforCyberLearning  ·  The University of Alabama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WARM 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25603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kind of information about yourself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think someone could find online?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name &amp; school  </a:t>
            </a:r>
            <a:pPr algn="ctr" indent="0" marL="0">
              <a:buNone/>
            </a:pPr>
            <a:r>
              <a:rPr lang="en-US" sz="130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photos  </a:t>
            </a:r>
            <a:pPr algn="ctr" indent="0" marL="0">
              <a:buNone/>
            </a:pPr>
            <a:r>
              <a:rPr lang="en-US" sz="130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location  </a:t>
            </a:r>
            <a:pPr algn="ctr" indent="0" marL="0">
              <a:buNone/>
            </a:pPr>
            <a:r>
              <a:rPr lang="en-US" sz="130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Your friends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OSINT?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Intelligence (OSINT) is intelligence produced by collecting,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evaluating, and analyzing publicly available information.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920240" cy="109728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Info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06040" y="2468880"/>
            <a:ext cx="1920240" cy="109728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1920240" cy="109728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03720" y="2468880"/>
            <a:ext cx="1920240" cy="1097280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OSINT is NOT hacking. It uses only what is already public.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SOURCES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OSINT Come From?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892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DuckDuckGo, Bing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0876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92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Twitter, Instagram, LinkedIn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4688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&amp; Media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852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Articles, press releases, blogs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46888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Records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2852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 docs, property records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4290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&amp; Videos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813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Photos, metadata, geolocation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4206240" cy="7772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42900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474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Gov. Websites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38130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databases, FOIA records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vs.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3017520"/>
          </a:xfrm>
          <a:prstGeom prst="rect">
            <a:avLst/>
          </a:prstGeom>
          <a:solidFill>
            <a:srgbClr val="0A1F1A"/>
          </a:solidFill>
          <a:ln w="12700">
            <a:solidFill>
              <a:srgbClr val="6FA89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463040"/>
            <a:ext cx="3931920" cy="30175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Information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Intelligence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Raw, unprocessed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 or meaning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list of someone's Facebook friends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facts — no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meaning + context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 specific question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That friend list reveals a person's connections to a group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insights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does this data matter?"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ETHICS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vs. Active OSINT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PASSIVE (Legal)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ACTIVE (Not OSINT)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public websites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public social profiles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Google &amp; Wayback Machine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public records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messaging someone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scans against a target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Brute-forcing credentials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Accessing unauthorized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004D35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 is always passive and lawful. If you have to ask or scan — it's not OSINT.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Operators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36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within a specific website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5361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site:bbc.com climate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536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specific file types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53619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filetype:pdf annual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496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pages with word in title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4963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intitle:cybersecurity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496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"quotes"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807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phrase 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249631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 breach 2024"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456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before:/after: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4564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after:2024-01-01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383280"/>
            <a:ext cx="4206240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83480" y="3456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a word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3456432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-fruit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Wayback Machine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0" y="731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archive.org/web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archive that stores snapshots of websites over time — see the internet as it looked years ago.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011680"/>
            <a:ext cx="768096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039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archive.org/web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2677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browser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1480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2697480"/>
            <a:ext cx="768096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724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URL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9535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any website address into the search bar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411480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05840" y="3383280"/>
            <a:ext cx="768096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4107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6393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dots = archived snapshots available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411480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0F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4069080"/>
            <a:ext cx="768096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096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the Archive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4325112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old version just like a normal website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REAL WORLD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OSINT?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630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security &amp; threat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4630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5361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Enforcement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105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Criminal investigations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286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633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Investigative reporting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286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0" y="2359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6334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intelligence &amp; defense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1089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Firms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456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research &amp; 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0896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1089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Rights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34564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atrocities &amp; abuse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9319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🕵️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005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Investigators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279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checks &amp; fraud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931920"/>
            <a:ext cx="4206240" cy="68580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39319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🧑‍💻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0" y="4005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279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challenges &amp; ethical research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SKILLS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Source Credibility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3152" cy="82296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1732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Author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it? Are they credible?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73152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41732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508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 the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a known, reputable outlet?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42316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claims backed by data or citations?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73152" cy="8229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242316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2514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Bias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2834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have an agenda?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73152" cy="82296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2900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the Date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information current?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73152" cy="8229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3429000"/>
            <a:ext cx="4133088" cy="82296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74920" y="3520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Presentation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840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look professional and factual?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F0D"/>
          </a:solidFill>
          <a:ln w="12700">
            <a:solidFill>
              <a:srgbClr val="050F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5AB0FF">
              <a:alpha val="30000"/>
            </a:srgbClr>
          </a:solidFill>
          <a:ln w="12700">
            <a:solidFill>
              <a:srgbClr val="5AB0FF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CTF CHALLENGE TIPS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 CTF Strategy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721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Broad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6916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a general Google search before getting specific.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6654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Reverse Image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any image → Search image in Google to find origin.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6609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Wayback Machine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8803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website is down or changed, archive.org may have an old version.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5029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5526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Metadata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contain hidden data — GPS coordinates, device info, timestamps.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94760"/>
            <a:ext cx="54864" cy="50292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4962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Everything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06908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 can be wrong. Cross-check with multiple sources.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4398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Notes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 source and clue — you may need to backtrack.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5AB0FF"/>
          </a:solidFill>
          <a:ln w="12700">
            <a:solidFill>
              <a:srgbClr val="5AB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 TAKEAWAYS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 uses only PUBLIC information — no hacking required.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0A1F1A"/>
          </a:solidFill>
          <a:ln w="12700">
            <a:solidFill>
              <a:srgbClr val="00E5A0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≠ Intelligence — you must analyze data to give it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0A1F1A"/>
          </a:solidFill>
          <a:ln w="12700">
            <a:solidFill>
              <a:srgbClr val="F5A623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743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OSINT is legal. Active research (scanning, messaging) is not OSINT.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0A1F1A"/>
          </a:solidFill>
          <a:ln w="1270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29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sources — not everything online is accurate.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0A1F1A"/>
          </a:solidFill>
          <a:ln w="12700">
            <a:solidFill>
              <a:srgbClr val="5AB0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B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4114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F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Google Operators, Wayback Machine, reverse image search.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go capture some flags! 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OSINT — Open Source Intelligence</dc:title>
  <dc:subject>PptxGenJS Presentation</dc:subject>
  <dc:creator>CTFforCyberLearning</dc:creator>
  <cp:lastModifiedBy>CTFforCyberLearning</cp:lastModifiedBy>
  <cp:revision>1</cp:revision>
  <dcterms:created xsi:type="dcterms:W3CDTF">2026-05-02T02:14:59Z</dcterms:created>
  <dcterms:modified xsi:type="dcterms:W3CDTF">2026-05-02T02:14:59Z</dcterms:modified>
</cp:coreProperties>
</file>