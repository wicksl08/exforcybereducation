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91440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Secret Messages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CIPHERS · ENCODING · HASHING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CTFforCyberLearning  ·  The University of Alabama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Cryptography?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is the process of scrambling information to make it unreadable to anyone who should not see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it used every day?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554480" cy="1737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iMessage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743200"/>
            <a:ext cx="1554480" cy="1737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4884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4884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Banking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transactions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2743200"/>
            <a:ext cx="1554480" cy="1737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encryption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2743200"/>
            <a:ext cx="1554480" cy="1737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protection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2743200"/>
            <a:ext cx="1554480" cy="1737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Accounts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vs. Encryption vs. Hashing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data to another format for compatibility. NOT a security measure.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decode it — no key needed.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Base64, ASCII, Base32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463040"/>
            <a:ext cx="2651760" cy="320040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55848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93008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Scrambles data using a key. Requires the key to decrypt.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someone with the correct key can read it.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3008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AES, RSA, TLS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54496" y="1463040"/>
            <a:ext cx="2651760" cy="320040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#️⃣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4496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transformation producing a fixed-length output. Cannot be reversed.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91656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store passwords securely.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91656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MD5, SHA-256, bcrypt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SUBSTITUTION CIPHERS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Caesar Cipher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letter is shifted a fixed number of positions in the alphabet. Named after Julius Caesar, who used a shift of 3.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Plaintext: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194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B  C  D  E  F  G  H  I  J  K  L  M  N  O  P  Q  R  S  T  U  V  W  X  Y  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+3: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E  F  G  H  I  J  K  L  M  N  O  P  Q  R  S  T  U  V  W  X  Y  Z  A  B  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32588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Shift of 3: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Plaintext: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THE DARK SIDE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MRLQ WKH GDUN VLGH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5478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it: cryptii.com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ROTATIONAL CIPHERS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ROT13 — Rotate by 13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ROT13 shifts each letter by 13 positions. Since the alphabet has 26 letters, applying ROT13 twice returns the original text — it is its own decoder!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22402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B  C  D  E  F  G  H  I  J  K  L  M  N  O  P  Q  R  S  T  U  V  W  X  Y  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ROT13    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O  P  Q  R  S  T  U  V  W  X  Y  Z  A  B  C  D  E  F  G  H  I  J  K  L  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Star Wars Challenge: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znl_gur_sbepr_or_jvgu_lbh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Decoded: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may_the_force_be_with_you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rot13.com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Encoding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converts binary data into readable text using 64 characters (A–Z, a–z, 0–9, +, /). It is NOT encryption — anyone can decode it without a key.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146304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Base64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697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SGVsbG8=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V29ybGQ=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3931920" cy="146304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Taylor Swift Challenge: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this message: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RmVhcmxlc3M=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I wonder if you know...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base64decode.org  |  Remember: Base64 ends with = or ==  |  It is encoding, NOT encryption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POLYALPHABETIC CIPHERS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Vigenère Cipher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polyalphabetic cipher that uses a keyword to apply different Caesar shifts to each letter. Much harder to crack than a simple Caesar cipher.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148840"/>
          <a:ext cx="6400800" cy="13716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0F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0F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0F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0F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0F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0F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Keyword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Ciphertext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Plaintext: ATTACK  |  Keyword: LEMON  |  Tool: dcode.fr/vigenere-cipher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STEGANOGRAPHY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Bacon Cipher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Francis Bacon (1605). Hides each letter as a pattern of A's and B's — a form of steganography (hiding messages in plain sight).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letter = a 5-character group of A's and B's: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560320"/>
          <a:ext cx="6400800" cy="109728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A/B 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A/B 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AABBB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AAAAB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AABAA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🥐 Breakfast Bandit Challenge: Decode  AAAAB AAAAA AAABA ABBAB ABBAA  to find what was stolen!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PASSWORDS &amp;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— One-Way Transformation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hash converts any input into a fixed-length string. It is irreversible — you cannot get the original data back from a hash.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48840"/>
            <a:ext cx="54864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21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  (32 chars)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221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5f4dcc3b5aa765d61d8327deb882cf99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877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— avoid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SHA-1  (40 chars)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363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5baa61e4c9b93f3f0682250b6cf8331b7ee68fd8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021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Better, but weak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50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 (64 chars)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4050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5e884898da280471...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416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— widely used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CTF CHALLENGE TIPS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CTF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12064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721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 first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patterns: shifts (Caesar), A/B groups (Bacon), keyword clues (Vigenère), = at end (Base64).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512064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5120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665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characters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860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 = 32 chars, SHA-1 = 40, SHA-256 = 64. Hash length tells you the algorithm.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512064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06040"/>
            <a:ext cx="54864" cy="512064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609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common tools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8803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cryptii.com, dcode.fr, base64decode.org, rot13.com — don't overthink 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512064"/>
          </a:xfrm>
          <a:prstGeom prst="rect">
            <a:avLst/>
          </a:prstGeom>
          <a:solidFill>
            <a:srgbClr val="0A1F1A"/>
          </a:solidFill>
          <a:ln w="12700">
            <a:solidFill>
              <a:srgbClr val="C084F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54864" cy="51206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55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flavor 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4747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challenge descriptions almost always hint at the cipher used.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512064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94760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8496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backwards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0690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know the answer format (flag{}), use it to verify your decoding.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12064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89120"/>
            <a:ext cx="54864" cy="5120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439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hints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46634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1 is usually free — use it if you're stuck for more than 5 minutes.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protects information — it's used in apps, banking, and websites every 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66928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(Base64) ≠ Encryption. Anyone can decode encoding without a key.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566928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Caesar and ROT13 are simple substitution ciphers — shift the letters.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566928"/>
          </a:xfrm>
          <a:prstGeom prst="rect">
            <a:avLst/>
          </a:prstGeom>
          <a:solidFill>
            <a:srgbClr val="0A1F1A"/>
          </a:solidFill>
          <a:ln w="1270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290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Vigenère uses a keyword for stronger encryption. Bacon hides messages in A/B patterns.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1148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is one-way — used to protect passwords in databases.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decode some flags! 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— Secret Messages &amp; Ciphers</dc:title>
  <dc:subject>PptxGenJS Presentation</dc:subject>
  <dc:creator>CTFforCyberLearning</dc:creator>
  <cp:lastModifiedBy>CTFforCyberLearning</cp:lastModifiedBy>
  <cp:revision>1</cp:revision>
  <dcterms:created xsi:type="dcterms:W3CDTF">2026-05-02T02:16:52Z</dcterms:created>
  <dcterms:modified xsi:type="dcterms:W3CDTF">2026-05-02T02:16:52Z</dcterms:modified>
</cp:coreProperties>
</file>